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AUDACITY | Category: AUDIO_CONSUMER</a:t>
            </a:r>
          </a:p>
          <a:p>
            <a: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Cross-platform audio editor without data egress. Cloud-hosted alternatives leak data by architecture; Anticloud FZ LLE delivers AUDACITY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AUDACITY (https://github.com/audacity/audacity, GPL)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