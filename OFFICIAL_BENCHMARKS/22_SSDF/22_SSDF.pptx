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2026-10-02T09:28:29.392008Z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69a72720ac379f33c918ebf96e369be4599113e5d5571c5c84f2003fd055e862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2026-10-02T09:28:29.392008Z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