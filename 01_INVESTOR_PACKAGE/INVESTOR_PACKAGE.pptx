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AUDACITY (AUDIO_CONSUMER)</a:t>
            </a:r>
          </a:p>
          <a:p>
            <a: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AUDACITY is an Anticloud FZ LLE integration of Cross-platform audio editor,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GPL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AUDIO_CONSUMER.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